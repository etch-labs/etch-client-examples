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{{notes}}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20000" y="792000"/>
            <a:ext cx="432000" cy="90000"/>
          </a:xfrm>
          <a:prstGeom prst="rect">
            <a:avLst/>
          </a:prstGeom>
          <a:solidFill>
            <a:srgbClr val="C9A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0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400" b="1">
                <a:solidFill>
                  <a:srgbClr val="1F1E1B"/>
                </a:solidFill>
                <a:latin typeface="Calibri"/>
              </a:rPr>
              <a:t>Project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2268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6B6963"/>
                </a:solidFill>
                <a:latin typeface="Calibri"/>
              </a:rPr>
              <a:t>{{company}}, {{period}}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32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F1E1B"/>
                </a:solidFill>
                <a:latin typeface="Calibri"/>
              </a:rPr>
              <a:t>{{length projects}} projects, {{length (filter projects "status" "On track")}} on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20000" y="792000"/>
            <a:ext cx="432000" cy="90000"/>
          </a:xfrm>
          <a:prstGeom prst="rect">
            <a:avLst/>
          </a:prstGeom>
          <a:solidFill>
            <a:srgbClr val="C9A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007999"/>
            <a:ext cx="1008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B6963"/>
                </a:solidFill>
                <a:latin typeface="Calibri"/>
              </a:rPr>
              <a:t>{{#slide-each projects}}</a:t>
            </a:r>
          </a:p>
          <a:p>
            <a:pPr>
              <a:spcAft>
                <a:spcPts val="600"/>
              </a:spcAft>
            </a:pPr>
            <a:r>
              <a:rPr sz="3600" b="1">
                <a:solidFill>
                  <a:srgbClr val="1F1E1B"/>
                </a:solidFill>
                <a:latin typeface="Calibri"/>
              </a:rPr>
              <a:t>{{name}}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2015999"/>
            <a:ext cx="50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F1E1B"/>
                </a:solidFill>
                <a:latin typeface="Calibri"/>
              </a:rPr>
              <a:t>Owner  {{owner}}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1E1B"/>
                </a:solidFill>
                <a:latin typeface="Calibri"/>
              </a:rPr>
              <a:t>Due  {{due | dateFormat:"D MMMM YYYY"}}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1E1B"/>
                </a:solidFill>
                <a:latin typeface="Calibri"/>
              </a:rPr>
              <a:t>Progress  {{progress | percentage}}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1E1B"/>
                </a:solidFill>
                <a:latin typeface="Calibri"/>
              </a:rPr>
              <a:t>Status  {{#if status == "At risk"}}At risk, see notes{{else}}{{status}}{{/if}}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0000" y="2015999"/>
            <a:ext cx="522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6B6963"/>
                </a:solidFill>
                <a:latin typeface="Calibri"/>
              </a:rPr>
              <a:t>Milestones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6B6963"/>
                </a:solidFill>
                <a:latin typeface="Calibri"/>
              </a:rPr>
              <a:t>{{#each milestones}}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1E1B"/>
                </a:solidFill>
                <a:latin typeface="Calibri"/>
              </a:rPr>
              <a:t>{{#if done}}Done{{else}}To do{{/if}}:  {{title}}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6B6963"/>
                </a:solidFill>
                <a:latin typeface="Calibri"/>
              </a:rPr>
              <a:t>{{/each}}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594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6B6963"/>
                </a:solidFill>
                <a:latin typeface="Calibri"/>
              </a:rPr>
              <a:t>{{@index1}} of {{length $root.projects}}{{/slide-each}}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20000" y="792000"/>
            <a:ext cx="432000" cy="90000"/>
          </a:xfrm>
          <a:prstGeom prst="rect">
            <a:avLst/>
          </a:prstGeom>
          <a:solidFill>
            <a:srgbClr val="C9A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007999"/>
            <a:ext cx="1008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1F1E1B"/>
                </a:solidFill>
                <a:latin typeface="Calibri"/>
              </a:rPr>
              <a:t>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" y="2160000"/>
          <a:ext cx="10728000" cy="864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780000"/>
                <a:gridCol w="2700000"/>
                <a:gridCol w="2268000"/>
                <a:gridCol w="1980000"/>
              </a:tblGrid>
              <a:tr h="432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1E1B"/>
                          </a:solidFill>
                          <a:latin typeface="Calibri"/>
                        </a:rPr>
                        <a:t>Project</a:t>
                      </a:r>
                    </a:p>
                  </a:txBody>
                  <a:tcPr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1E1B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1E1B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1E1B"/>
                          </a:solidFill>
                          <a:latin typeface="Calibri"/>
                        </a:rPr>
                        <a:t>Progress</a:t>
                      </a:r>
                    </a:p>
                  </a:txBody>
                  <a:tcPr>
                    <a:solidFill>
                      <a:srgbClr val="F0ECE4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1E1B"/>
                          </a:solidFill>
                          <a:latin typeface="Calibri"/>
                        </a:rPr>
                        <a:t>{{#each projects}}{{name}}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1E1B"/>
                          </a:solidFill>
                          <a:latin typeface="Calibri"/>
                        </a:rPr>
                        <a:t>{{owner}}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1E1B"/>
                          </a:solidFill>
                          <a:latin typeface="Calibri"/>
                        </a:rPr>
                        <a:t>{{status}}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1E1B"/>
                          </a:solidFill>
                          <a:latin typeface="Calibri"/>
                        </a:rPr>
                        <a:t>{{progress | percentage}}{{/each}}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20000" y="5580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6B6963"/>
                </a:solidFill>
                <a:latin typeface="Calibri"/>
              </a:rPr>
              <a:t>Next review {{nextReview | dateFormat:"D MMMM YYYY"}}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update</dc:title>
  <dc:creator>ETCH Labs</dc:creator>
  <cp:lastModifiedBy>ETCH Labs</cp:lastModifiedBy>
</cp:coreProperties>
</file>